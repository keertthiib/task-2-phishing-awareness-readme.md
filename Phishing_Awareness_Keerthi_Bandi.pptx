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43" y="6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18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26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06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9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65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6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37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8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3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0863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32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0104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98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0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0254"/>
            <a:ext cx="8729472" cy="1237170"/>
          </a:xfrm>
        </p:spPr>
        <p:txBody>
          <a:bodyPr>
            <a:noAutofit/>
          </a:bodyPr>
          <a:lstStyle/>
          <a:p>
            <a:r>
              <a:rPr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Awareness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82368"/>
            <a:ext cx="8229600" cy="39437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Safe Online – Think Before You Click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phishing attacks, fake websites,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and social engineering tactics.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856" y="68580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795528"/>
            <a:ext cx="8589264" cy="48615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What is Phishing?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is a cyberattack where attackers pretend to be trusted organizations or people to steal: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details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information                                                                               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Targets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shoppers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users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Methods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(Smishing)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calls (Vishing)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websites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B20A3-8071-4E2F-A173-4448CE5FD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204" y="1584696"/>
            <a:ext cx="5227484" cy="37367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5" y="1488613"/>
            <a:ext cx="6347714" cy="3880773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Email Phishing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Fake emails pretending to be banks, companies, or colleges.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Spear Phishing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Targeted attack on a specific person or organization.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Smishing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Phishing through SMS messages.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Vishing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Fraud phone calls asking for sensitive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Clone Phishing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Copy of a real email with malicious links.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223520"/>
            <a:ext cx="6347713" cy="1320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Phishing Emails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2EA669-F57A-F22D-95A5-61B8BA84A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392" y="1198602"/>
            <a:ext cx="5254751" cy="486082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73" y="184799"/>
            <a:ext cx="6347713" cy="1320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3" y="962941"/>
            <a:ext cx="6774433" cy="441982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 URLs carefully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Look for HTTPS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Avoid random ads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Watch for poor website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0A1457-F9F3-D369-8DFC-F3071DD70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24" y="2656863"/>
            <a:ext cx="5410462" cy="33659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1" y="390144"/>
            <a:ext cx="6347713" cy="1320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488613"/>
            <a:ext cx="6347714" cy="4558619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Fear tactics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Urgency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Fake rewards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Trust impersonation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Curiosity traps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" y="12766"/>
            <a:ext cx="6347713" cy="1320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689996"/>
            <a:ext cx="4340352" cy="5518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 – Fake Bank Email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Victim receives: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“Your account is locked. Click here to   verify.”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Login credentials stolen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Bank account compromised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 – College Portal Scam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receive fake scholarship email links.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Personal data stolen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 – Delivery Scam SMS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•“Your package delivery failed. Update address here.”</a:t>
            </a: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4F228-DE0A-2F7C-8309-26AF2A10C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872" y="2467422"/>
            <a:ext cx="3450335" cy="2804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1" y="268224"/>
            <a:ext cx="6347713" cy="1320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093790"/>
            <a:ext cx="6347714" cy="51241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Tips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Before You Click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Do not open suspicious links.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Sender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Contact the organization directly.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Strong Passwords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Use: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Long passwords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Password managers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Different passwords for accounts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Two-Factor Authentication (2FA)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Software Updated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Suspicious Emails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1" y="609600"/>
            <a:ext cx="6347713" cy="1320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Do If Attacked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648526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Steps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passwords immediately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2FA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your bank if financial data was shared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your device for malware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the attack to authorities or IT department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2" y="143429"/>
            <a:ext cx="6347713" cy="1320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224" y="780634"/>
            <a:ext cx="8729474" cy="54372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Q1) Which is a sign of phishing?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Professional email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Urgent request for passwords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Official company website 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Answer: B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Q2)What should you check before clicking a link?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URL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HTTPS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Sender email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All of the above 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Answer: D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Q3)What is Smishing?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Phone scam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SMS phishing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Fake website 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Answer: 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512064"/>
            <a:ext cx="6347713" cy="1320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2" y="1296990"/>
            <a:ext cx="8449057" cy="46527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verify emails and websites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share passwords or OTPs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cautious of urgent messages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awareness is your best defense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“Stop – Think – Verify – Then Click”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- MS. Keerthi Bandi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</TotalTime>
  <Words>473</Words>
  <Application>Microsoft Office PowerPoint</Application>
  <PresentationFormat>On-screen Show (4:3)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Trebuchet MS</vt:lpstr>
      <vt:lpstr>Wingdings 3</vt:lpstr>
      <vt:lpstr>Facet</vt:lpstr>
      <vt:lpstr>Phishing Awareness                                                 Training </vt:lpstr>
      <vt:lpstr>Introduction to Phishing</vt:lpstr>
      <vt:lpstr>Types of Phishing</vt:lpstr>
      <vt:lpstr>Recognizing Phishing Emails</vt:lpstr>
      <vt:lpstr>Fake Websites</vt:lpstr>
      <vt:lpstr>Social Engineering Tactics</vt:lpstr>
      <vt:lpstr>Real-World Examples</vt:lpstr>
      <vt:lpstr>Best Practices</vt:lpstr>
      <vt:lpstr>What To Do If Attacked</vt:lpstr>
      <vt:lpstr>Interactive Quiz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Keerthi</dc:creator>
  <cp:keywords/>
  <dc:description>generated using python-pptx</dc:description>
  <cp:lastModifiedBy>keertthiib@gmail.com</cp:lastModifiedBy>
  <cp:revision>3</cp:revision>
  <dcterms:created xsi:type="dcterms:W3CDTF">2013-01-27T09:14:16Z</dcterms:created>
  <dcterms:modified xsi:type="dcterms:W3CDTF">2026-06-03T17:39:08Z</dcterms:modified>
  <cp:category/>
</cp:coreProperties>
</file>